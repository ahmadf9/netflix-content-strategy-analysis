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Trm1uEY9HcMCcdlOm1Dg1v0S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d96455d47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d96455d47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d96455d47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954328d8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d954328d8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954328d8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aggle.com/datasets/bhargavchirumamilla/netflix-movies-and-tv-shows-till-2025/dat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bhargavchirumamilla/netflix-movies-and-tv-shows-till-2025/data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NETFLIX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05840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Netflix </a:t>
            </a: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Content Strategy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3703320"/>
            <a:ext cx="2286000" cy="3657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65760" y="3886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Ahmad Faizal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|   Dataset: Kaggle —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Netflix 2025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 |   Tools: Python · Seaborn · Matplotlib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96455d47c_1_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d96455d47c_1_0"/>
          <p:cNvSpPr/>
          <p:nvPr/>
        </p:nvSpPr>
        <p:spPr>
          <a:xfrm>
            <a:off x="418525" y="119790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lang="en-US"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ABOUT ME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d96455d47c_1_0"/>
          <p:cNvSpPr/>
          <p:nvPr/>
        </p:nvSpPr>
        <p:spPr>
          <a:xfrm>
            <a:off x="3200400" y="1143242"/>
            <a:ext cx="2743200" cy="456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d96455d47c_1_0"/>
          <p:cNvSpPr/>
          <p:nvPr/>
        </p:nvSpPr>
        <p:spPr>
          <a:xfrm>
            <a:off x="418525" y="1316565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Data Analyst | Data Visualization | Data Enthusiast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96455d47c_1_0"/>
          <p:cNvSpPr/>
          <p:nvPr/>
        </p:nvSpPr>
        <p:spPr>
          <a:xfrm>
            <a:off x="602175" y="2076900"/>
            <a:ext cx="82761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Saya adalah Data Analyst yang berfokus mengubah data menjadi insight yang actionable untuk mendukung keputusan bisnis.</a:t>
            </a:r>
            <a:endParaRPr b="1" sz="12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Memiliki pengalaman dalam analisis menggunakan Python, Pandas, serta visualisasi dengan Matplotlib dan Seaborn.</a:t>
            </a:r>
            <a:endParaRPr b="1" sz="12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Memiliki minat pada analisis </a:t>
            </a:r>
            <a:r>
              <a:rPr b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trend</a:t>
            </a:r>
            <a:r>
              <a:rPr b="1"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perilaku pengguna, dan optimasi strategi berbasis data.</a:t>
            </a:r>
            <a:endParaRPr b="1" sz="12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d96455d47c_1_0"/>
          <p:cNvSpPr/>
          <p:nvPr/>
        </p:nvSpPr>
        <p:spPr>
          <a:xfrm>
            <a:off x="457200" y="468172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Ahmad Faizal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·  Data Analyst  ·  </a:t>
            </a:r>
            <a:r>
              <a:rPr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4ahmadfaizal9@gmail.com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·  github.com/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[username]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01  /  SITUATION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Konteks Bisnis Netflix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11887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Netflix </a:t>
            </a: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merupakan</a:t>
            </a: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platform streaming terbesar di dunia dengan lebih dari 270 juta subscriber aktif di 190+ negara. Di tengah persaingan ketat dari Disney+, HBO Max, dan Amazon Prime, pemahaman mendalam tentang strategi konten menjadi kunci untuk mempertahankan dominasi pasar global.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2743200"/>
            <a:ext cx="1170432" cy="1463040"/>
          </a:xfrm>
          <a:prstGeom prst="rect">
            <a:avLst/>
          </a:prstGeom>
          <a:solidFill>
            <a:srgbClr val="113CC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Disney+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157M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55648" y="2743200"/>
            <a:ext cx="1170432" cy="1463040"/>
          </a:xfrm>
          <a:prstGeom prst="rect">
            <a:avLst/>
          </a:prstGeom>
          <a:solidFill>
            <a:srgbClr val="5D1F8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755648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HBO Max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755648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95M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755648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054096" y="2743200"/>
            <a:ext cx="1170432" cy="14630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054096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054096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054096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352544" y="2743200"/>
            <a:ext cx="1170432" cy="1463040"/>
          </a:xfrm>
          <a:prstGeom prst="rect">
            <a:avLst/>
          </a:prstGeom>
          <a:solidFill>
            <a:srgbClr val="E5091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352544" y="2852928"/>
            <a:ext cx="11704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Netflix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352544" y="3291840"/>
            <a:ext cx="1170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270M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352544" y="3840480"/>
            <a:ext cx="1170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*Estimasi 2024–2025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943600" y="1143000"/>
            <a:ext cx="64008" cy="3749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080760" y="12344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Kenapa Perlu </a:t>
            </a:r>
            <a:r>
              <a:rPr b="1" lang="en-US" sz="12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Dilakukakan </a:t>
            </a: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Analisis?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080760" y="169164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Pasar streaming makin jenuh — konten jadi diferensiator utama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080760" y="242316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Biaya produksi tinggi — keputusan yang diambil harus berbasis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080760" y="315468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Selera penonton terus bergeser secara global.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080760" y="388620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Retensi subscriber bergantung pada relevansi konten.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02  /  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 Pertanyaan Bisnis Utama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5760" y="118872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118872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30352" y="126187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60120" y="12618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Content Mix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30352" y="16916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Bagaimana perbandingan Movie vs TV Show dan mana yang lebih diapresiasi penonton?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242316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65760" y="242316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30352" y="24963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60120" y="249631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Quality 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0352" y="292608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Bagaimana tren rating dan popularitas konten Netflix dari tahun ke tahun?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65760" y="365760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65760" y="365760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30352" y="37307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60120" y="373075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Genre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30352" y="416052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 apa yang mendominasi, dan apakah yang terbanyak juga yang terbaik ratingnya?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00600" y="118872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800600" y="118872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965192" y="126187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394960" y="12618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Global Reach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965192" y="16916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Negara dan bahasa mana yang paling banyak berkontribusi pada konten Netflix?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800600" y="2423160"/>
            <a:ext cx="4114800" cy="10789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800600" y="2423160"/>
            <a:ext cx="64008" cy="107899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965192" y="24963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394960" y="249631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Content Positioning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965192" y="292608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Konten mana yang viral tapi berkualitas rendah vs yang menjadi Hidden Gem?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03  /  DATASET &amp; METHODOLOGY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&amp; Tools yang Digunakan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1170432"/>
            <a:ext cx="5120640" cy="26060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65760" y="1170432"/>
            <a:ext cx="512064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02920" y="1170432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8640" y="166420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Sumber: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691640" y="166420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Kaggle — Netflix Movies &amp; TV Shows till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48640" y="2066544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File: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691640" y="206654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netflix_movies_detailed_up_to_2025.csv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netflix_tv_shows_detailed_up_to_2025.csv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24688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Total Data: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691640" y="2468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32,000 konten (16K Movies + 16K TV Shows)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287121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Periode: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691640" y="287121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2010–2025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32735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Kolom: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691640" y="327355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title, type, genres, country, language, vote_average, popularity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760720" y="1170432"/>
            <a:ext cx="3063240" cy="26060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760720" y="1170432"/>
            <a:ext cx="3063240" cy="38404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897880" y="117043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🛠️ 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897880" y="166420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086600" y="166420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Analisis &amp; scripting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897880" y="200253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Pandas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086600" y="2002536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Data manipulation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897880" y="234086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Matplotlib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086600" y="2340864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Visualisasi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897880" y="26791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Seaborn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086600" y="267919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Statistical charts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897880" y="30175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086600" y="301752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Portfolio hosting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897880" y="3355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▸ Canva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086600" y="335584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Presentation deck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65760" y="3913632"/>
            <a:ext cx="8412480" cy="8686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31520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31520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65760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&amp; Merge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78992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395728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2395728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029968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Eksplorasi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743200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059936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059936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694176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407408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724144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5724144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358384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&amp; Visualisasi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071616" y="400507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388352" y="3986784"/>
            <a:ext cx="320040" cy="32004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388352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022592" y="43251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&amp; Rekomendasi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04  /  ANALISIS 1 &amp;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Proporsi Konten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74320" y="4133088"/>
            <a:ext cx="411480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274320" y="4133088"/>
            <a:ext cx="54864" cy="6583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11480" y="413308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ataset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di-sampling merata (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50/50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). TV Show mendapat rata-rata rating lebih tinggi dari Movie.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325" y="1161750"/>
            <a:ext cx="3712600" cy="28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954328d8f_0_10"/>
          <p:cNvSpPr/>
          <p:nvPr/>
        </p:nvSpPr>
        <p:spPr>
          <a:xfrm>
            <a:off x="0" y="0"/>
            <a:ext cx="9144000" cy="1051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954328d8f_0_10"/>
          <p:cNvSpPr/>
          <p:nvPr/>
        </p:nvSpPr>
        <p:spPr>
          <a:xfrm>
            <a:off x="457200" y="7315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04  /  ANALISIS 1 &amp;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954328d8f_0_10"/>
          <p:cNvSpPr/>
          <p:nvPr/>
        </p:nvSpPr>
        <p:spPr>
          <a:xfrm>
            <a:off x="457200" y="34747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Tren Kualitas Konten </a:t>
            </a: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per Tahun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954328d8f_0_10"/>
          <p:cNvSpPr/>
          <p:nvPr/>
        </p:nvSpPr>
        <p:spPr>
          <a:xfrm>
            <a:off x="274320" y="4133088"/>
            <a:ext cx="4114800" cy="658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954328d8f_0_10"/>
          <p:cNvSpPr/>
          <p:nvPr/>
        </p:nvSpPr>
        <p:spPr>
          <a:xfrm>
            <a:off x="274320" y="4133088"/>
            <a:ext cx="54900" cy="658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954328d8f_0_10"/>
          <p:cNvSpPr/>
          <p:nvPr/>
        </p:nvSpPr>
        <p:spPr>
          <a:xfrm>
            <a:off x="411480" y="4133088"/>
            <a:ext cx="384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Rating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cenderung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meningkat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dengan sedikit fluktuasi, sementara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popularitas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relatif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stabil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hingga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lalu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melonjak tajam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pada </a:t>
            </a:r>
            <a:r>
              <a:rPr b="1"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2024–2025</a:t>
            </a:r>
            <a:r>
              <a:rPr lang="en-US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d954328d8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128500"/>
            <a:ext cx="8698724" cy="29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05  /  ANALISIS 3 &amp;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Top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Genre &amp; Negara Penghasil Konten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74320" y="4224528"/>
            <a:ext cx="4206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74320" y="4224528"/>
            <a:ext cx="54864" cy="5943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29175" y="4224525"/>
            <a:ext cx="40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Drama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Comedy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mendominasi genre Netflix dengan masing-masing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&gt; 8000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konten di library.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754880" y="4224528"/>
            <a:ext cx="42062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754880" y="4224528"/>
            <a:ext cx="54864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4809750" y="4224525"/>
            <a:ext cx="401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Amerika Serikat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mendominasi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jumlah konten Netflix dengan selisih sangat besar.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Jepang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dan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Korea Selatan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menjadi </a:t>
            </a:r>
            <a:r>
              <a:rPr b="1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kontributor utama dari Asia</a:t>
            </a: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Secara umum, produksi konten Netflix masih terpusat di AS, tetapi Asia mulai semakin kuat.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119625"/>
            <a:ext cx="4206224" cy="30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025" y="1119625"/>
            <a:ext cx="4271100" cy="29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06  /  ANALISIS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Genre Gap: Volume vs Kualitas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5760" y="1207008"/>
            <a:ext cx="4160520" cy="162763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365760" y="1207008"/>
            <a:ext cx="64008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48640" y="12984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 Black"/>
                <a:ea typeface="Arial Black"/>
                <a:cs typeface="Arial Black"/>
                <a:sym typeface="Arial Black"/>
              </a:rPr>
              <a:t>⭐  STAR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8640" y="17190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Tinggi, Rating Tinggi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" y="2066544"/>
            <a:ext cx="37490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" y="217627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188720" y="2176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Drama  ·  Thriller  ·  Crime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800600" y="1207008"/>
            <a:ext cx="4160520" cy="1627632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800600" y="1207008"/>
            <a:ext cx="64008" cy="16276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983480" y="12984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B71C1C"/>
                </a:solidFill>
                <a:latin typeface="Arial Black"/>
                <a:ea typeface="Arial Black"/>
                <a:cs typeface="Arial Black"/>
                <a:sym typeface="Arial Black"/>
              </a:rPr>
              <a:t>⚠️  OVERPRODUCED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983480" y="17190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Tinggi, Rating Rendah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983480" y="2066544"/>
            <a:ext cx="3749040" cy="3657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983480" y="217627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623560" y="2176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Comedy  ·  Romance  · 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65760" y="3017520"/>
            <a:ext cx="4160520" cy="1627632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365760" y="3017520"/>
            <a:ext cx="64008" cy="16276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48640" y="31089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Arial Black"/>
                <a:ea typeface="Arial Black"/>
                <a:cs typeface="Arial Black"/>
                <a:sym typeface="Arial Black"/>
              </a:rPr>
              <a:t>💎  HIDDEN 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48640" y="35295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Rendah, Rating Tinggi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48640" y="3877056"/>
            <a:ext cx="374904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48640" y="398678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188720" y="398678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Documentary  ·  History  ·  Music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800600" y="3017520"/>
            <a:ext cx="4160520" cy="162763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800600" y="3017520"/>
            <a:ext cx="64008" cy="162763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983480" y="31089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757575"/>
                </a:solidFill>
                <a:latin typeface="Arial Black"/>
                <a:ea typeface="Arial Black"/>
                <a:cs typeface="Arial Black"/>
                <a:sym typeface="Arial Black"/>
              </a:rPr>
              <a:t>⬇️  LOW PRIORITY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983480" y="35295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Rendah, Rating Rendah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983480" y="3877056"/>
            <a:ext cx="3749040" cy="36576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983480" y="398678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Genre: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623560" y="398678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Reality TV  ·  Talk Show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Netflix over-produce Comedy &amp; Romance padahal Documentary &amp; History mendapat rating tertinggi — peluang diferensiasi nyata!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07  /  KEY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 Temuan Utama Analisis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65760" y="1188720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365760" y="1188720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30352" y="1261872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14400" y="12618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 Show Lebih Di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30352" y="166420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Meski Movie mendominasi library, </a:t>
            </a: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TV Show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secara konsisten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mendapat rata-rata rating lebih tinggi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dari penonton global.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65760" y="2450592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365760" y="2450592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30352" y="2523744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914400" y="252374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Genre Gap yang Signifikan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30352" y="292608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Drama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Comedy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paling banyak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diproduksi, namun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Documentary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memiliki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rating tertinggi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 gap besar antara volume dan kualitas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5760" y="3712464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365760" y="3712464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30352" y="3785616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14400" y="378561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Dominasi Konten Bahasa Inggris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30352" y="4187952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Konten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berbahasa Inggris mendominasi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namun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Jepang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Korea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terus bertumbuh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mencerminkan strategi globalisasi Netflix.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846320" y="1188720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846320" y="1188720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010912" y="1261872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394960" y="12618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Pola Akuisisi Konten Bervariasi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010912" y="166420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Mayoritas konten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masuk Netflix dalam 1–3 tahun setelah rilis.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Ada juga pola akuisisi konten klasik (&gt;5 tahun) untuk memperkaya library.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846320" y="2450592"/>
            <a:ext cx="4160520" cy="1115568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4846320" y="2450592"/>
            <a:ext cx="64008" cy="1115568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010912" y="2523744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394960" y="252374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Banyak Hidden Gem Tersembunyi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010912" y="292608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Terdapat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konten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dengan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rating tinggi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namun </a:t>
            </a: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popularitas rendah</a:t>
            </a: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. Konten ini berpotensi besar jika dipromosikan lebih aktif lewat algoritma rekomendasi.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0914"/>
                </a:solidFill>
                <a:latin typeface="Calibri"/>
                <a:ea typeface="Calibri"/>
                <a:cs typeface="Calibri"/>
                <a:sym typeface="Calibri"/>
              </a:rPr>
              <a:t>08  /  REKOMENDASI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Action Items untuk Netflix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365760" y="1188720"/>
            <a:ext cx="73152" cy="8229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48640" y="1408176"/>
            <a:ext cx="804672" cy="2286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548640" y="1408176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481328" y="12435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Tingkatkan Produksi TV Show Original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481328" y="1609344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Format serial terbukti mendapat rating lebih tinggi dan mendorong subscriber bertahan lebih lama.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720840" y="1389888"/>
            <a:ext cx="1874520" cy="40233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6720840" y="1389888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+15-20% 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65760" y="2139696"/>
            <a:ext cx="841248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365760" y="2139696"/>
            <a:ext cx="73152" cy="8229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548640" y="2359152"/>
            <a:ext cx="804672" cy="2286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48640" y="2359152"/>
            <a:ext cx="804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481328" y="2194560"/>
            <a:ext cx="502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Percepat Akuisi</a:t>
            </a:r>
            <a:r>
              <a:rPr b="1" lang="en-US" sz="12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si Konten Asia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481328" y="256032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Target akuisis</a:t>
            </a:r>
            <a:r>
              <a:rPr lang="en-US" sz="95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 konten Jepang &amp; Korea dalam tahun pertama rilis untuk menangkap momentum hype.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720840" y="2340864"/>
            <a:ext cx="1874520" cy="402336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720840" y="2340864"/>
            <a:ext cx="18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+</a:t>
            </a:r>
            <a:r>
              <a:rPr b="1" lang="en-US"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Subscriber Asia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200400" y="1993392"/>
            <a:ext cx="2743200" cy="4572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Netflix Content Strategy Analysis —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91440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91440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32K+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1440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Konten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283464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283464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83464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Analisis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75488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75488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75488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675120" y="2834640"/>
            <a:ext cx="1645920" cy="12344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675120" y="2907792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0914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E50914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67512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Rekomendasi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Ahmad Faizal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·  Data Analyst  ·  </a:t>
            </a:r>
            <a:r>
              <a:rPr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4ahmadfaizal9@gmail.com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·  github.com/[username]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2026-04-25T12:28:22Z</dcterms:created>
  <dc:creator>PptxGenJS</dc:creator>
</cp:coreProperties>
</file>